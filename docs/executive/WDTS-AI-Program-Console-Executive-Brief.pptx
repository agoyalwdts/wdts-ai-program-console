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WDTS AI Program Console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One place to see cost, seats, and guardrail-program health</a:t>
            </a:r>
          </a:p>
          <a:p/>
          <a:p>
            <a:r>
              <a:t>Briefing for Steering · Security · FinOps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this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Generative AI is a line item and an operational risk.</a:t>
            </a:r>
          </a:p>
          <a:p>
            <a:pPr>
              <a:defRPr sz="1800"/>
            </a:pPr>
            <a:r>
              <a:t>Multiple approved vendors — each with its own admin UI and billing shape.</a:t>
            </a:r>
          </a:p>
          <a:p>
            <a:pPr>
              <a:defRPr sz="1800"/>
            </a:pPr>
            <a:r>
              <a:t>Money, seats, and policy drift without a shared operating picture.</a:t>
            </a:r>
          </a:p>
          <a:p>
            <a:pPr>
              <a:defRPr sz="1800"/>
            </a:pPr>
            <a:r>
              <a:t>Leadership needs one trusted view aligned to WDTS policy.</a:t>
            </a:r>
          </a:p>
          <a:p>
            <a:pPr>
              <a:defRPr sz="1800"/>
            </a:pPr>
            <a:r>
              <a:t>Proposal: a governed internal console — the operational cockpit, not a new policy silo.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 today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Fragmentation: hard to answer “Are we on budget?” across Cursor, OpenAI, Copilot, Claude.</a:t>
            </a:r>
          </a:p>
          <a:p>
            <a:pPr>
              <a:defRPr sz="1800"/>
            </a:pPr>
            <a:r>
              <a:t>Vendor dashboards don’t encode WDTS planning envelopes (pooled credits, prepaid commit, caps).</a:t>
            </a:r>
          </a:p>
          <a:p>
            <a:pPr>
              <a:defRPr sz="1800"/>
            </a:pPr>
            <a:r>
              <a:t>Access to tools is not the same as visibility for FinOps and Steering.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building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 secure, invite-only dashboard for program-level health.</a:t>
            </a:r>
          </a:p>
          <a:p>
            <a:pPr>
              <a:defRPr sz="1800"/>
            </a:pPr>
            <a:r>
              <a:t>Five approved products: Cursor · ChatGPT · Codex · Claude.ai · M365 Copilot.</a:t>
            </a:r>
          </a:p>
          <a:p>
            <a:pPr>
              <a:defRPr sz="1800"/>
            </a:pPr>
            <a:r>
              <a:t>Numbers tied to agreed budgets and contracts.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“good” looks like — Program Health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Planning envelopes: Cursor credit band; OpenAI pool + license + overage planning; Copilot prepaid commit.</a:t>
            </a:r>
          </a:p>
          <a:p>
            <a:pPr>
              <a:defRPr sz="1800"/>
            </a:pPr>
            <a:r>
              <a:t>Month-to-date reconciled to vendor APIs where live (e.g. Cursor Team Admin, OpenAI org costs, Copilot Graph).</a:t>
            </a:r>
          </a:p>
          <a:p>
            <a:pPr>
              <a:defRPr sz="1800"/>
            </a:pPr>
            <a:r>
              <a:t>Same definitions Finance and Engineering use in planning.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Governance model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Policy repo (Git PRs) — rulebook and license inventory.</a:t>
            </a:r>
          </a:p>
          <a:p>
            <a:pPr>
              <a:defRPr sz="1800"/>
            </a:pPr>
            <a:r>
              <a:t>Microsoft Entra ID — identity and sign-in only.</a:t>
            </a:r>
          </a:p>
          <a:p>
            <a:pPr>
              <a:defRPr sz="1800"/>
            </a:pPr>
            <a:r>
              <a:t>AI Program Console — who may use this app (invites, roles, permissions).</a:t>
            </a:r>
          </a:p>
          <a:p>
            <a:pPr>
              <a:defRPr sz="1800"/>
            </a:pPr>
            <a:r>
              <a:t>Closed by default; no prompt bodies stored — metadata and aggregates only.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Financial posture (snapshot)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Cursor — annual credit envelope; spend vs vendor data when synced.</a:t>
            </a:r>
          </a:p>
          <a:p>
            <a:pPr>
              <a:defRPr sz="1800"/>
            </a:pPr>
            <a:r>
              <a:t>ChatGPT + Codex — pooled credits, per-seat license line, overage economics.</a:t>
            </a:r>
          </a:p>
          <a:p>
            <a:pPr>
              <a:defRPr sz="1800"/>
            </a:pPr>
            <a:r>
              <a:t>M365 Copilot — prepaid enterprise commitment; level monthly planning line.</a:t>
            </a:r>
          </a:p>
          <a:p>
            <a:pPr>
              <a:defRPr sz="1800"/>
            </a:pPr>
            <a:r>
              <a:t>Claude.ai — placeholder until contract final.</a:t>
            </a:r>
          </a:p>
          <a:p>
            <a:pPr>
              <a:defRPr sz="1800"/>
            </a:pPr>
            <a:r>
              <a:t>One planning total for leadership; FinOps keeps policy repo and code constants aligned.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Current state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Live: Azure-hosted preview, Entra sign-in, app-level RBAC.</a:t>
            </a:r>
          </a:p>
          <a:p>
            <a:pPr>
              <a:defRPr sz="1800"/>
            </a:pPr>
            <a:r>
              <a:t>Real integrations where secrets and consent exist; synthetic mode for demos.</a:t>
            </a:r>
          </a:p>
          <a:p>
            <a:pPr>
              <a:defRPr sz="1800"/>
            </a:pPr>
            <a:r>
              <a:t>Identity reconcile and vendor spend sync (cron + manual).</a:t>
            </a:r>
          </a:p>
          <a:p>
            <a:pPr>
              <a:defRPr sz="1800"/>
            </a:pPr>
            <a:r>
              <a:t>Maturing: custom domain, full production hardening, write workflows (tiers, reclamation, exceptions) next.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What we are asking to change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Operating norm: console is the default answer for “where is the AI program?”</a:t>
            </a:r>
          </a:p>
          <a:p>
            <a:pPr>
              <a:defRPr sz="1800"/>
            </a:pPr>
            <a:r>
              <a:t>FinOps owns program number updates (policy repo + dashboard constants).</a:t>
            </a:r>
          </a:p>
          <a:p>
            <a:pPr>
              <a:defRPr sz="1800"/>
            </a:pPr>
            <a:r>
              <a:t>Expand invited operators — not “everyone with an Entra account.”</a:t>
            </a:r>
          </a:p>
          <a:p>
            <a:pPr>
              <a:defRPr sz="1800"/>
            </a:pPr>
            <a:r>
              <a:t>Material policy changes flow through the policy repository.</a:t>
            </a:r>
          </a:p>
          <a:p>
            <a:pPr>
              <a:defRPr sz="1800"/>
            </a:pPr>
            <a:r>
              <a:t>Prioritize hardening vs workflow features with Security and Steering.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Risks and mitigations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Console vs policy clarity — charter: policy repo + Entra stay authoritative.</a:t>
            </a:r>
          </a:p>
          <a:p>
            <a:pPr>
              <a:defRPr sz="1800"/>
            </a:pPr>
            <a:r>
              <a:t>Credentials — Key Vault, least privilege, per-env integration toggles.</a:t>
            </a:r>
          </a:p>
          <a:p>
            <a:pPr>
              <a:defRPr sz="1800"/>
            </a:pPr>
            <a:r>
              <a:t>Vendor mismatch — API sync and documented reconciliation.</a:t>
            </a:r>
          </a:p>
          <a:p>
            <a:pPr>
              <a:defRPr sz="1800"/>
            </a:pPr>
            <a:r>
              <a:t>Access creep — invite-only model and auditable admin actions.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Decisions needed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Confirm governance split (policy repo vs console vs Entra).</a:t>
            </a:r>
          </a:p>
          <a:p>
            <a:pPr>
              <a:defRPr sz="1800"/>
            </a:pPr>
            <a:r>
              <a:t>Assign FinOps owner for program numbers and review cadence.</a:t>
            </a:r>
          </a:p>
          <a:p>
            <a:pPr>
              <a:defRPr sz="1800"/>
            </a:pPr>
            <a:r>
              <a:t>Prioritize production hardening vs tier/exception workflows.</a:t>
            </a:r>
          </a:p>
          <a:p>
            <a:pPr>
              <a:defRPr sz="1800"/>
            </a:pPr>
            <a:r>
              <a:t>Approve production deploy path and named promotion reviewers.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Steering acknowledgment of charter (deck + policy brief).</a:t>
            </a:r>
          </a:p>
          <a:p>
            <a:pPr>
              <a:defRPr sz="1800"/>
            </a:pPr>
            <a:r>
              <a:t>FinOps: lock quarterly planning numbers in policy repo and console constants.</a:t>
            </a:r>
          </a:p>
          <a:p>
            <a:pPr>
              <a:defRPr sz="1800"/>
            </a:pPr>
            <a:r>
              <a:t>Security: confirm integration list and data-handling posture.</a:t>
            </a:r>
          </a:p>
          <a:p>
            <a:pPr>
              <a:defRPr sz="1800"/>
            </a:pPr>
            <a:r>
              <a:t>Engineering: execute hardening and workflow milestones per prioritization.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